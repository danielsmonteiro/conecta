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5029200" cy="50292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de contingência para escalas de saúde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o gap — não a escala inteira  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começando pela Coaph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R$ 300 mil (rodada plena depois)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Junho 2026  ·  Fortaleza/CE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caro não é a escala — é o gap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603504" cy="603504"/>
          </a:xfrm>
          <a:prstGeom prst="ellipse">
            <a:avLst/>
          </a:prstGeom>
          <a:solidFill>
            <a:srgbClr val="D85A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716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Plantão descoberto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41401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 contratual + risco assistencial quando ninguém cobre.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9968"/>
            <a:ext cx="603504" cy="603504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716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41401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última hora, quase sempre com sobrepreço.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04488"/>
            <a:ext cx="603504" cy="6035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044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</a:t>
            </a:r>
            <a:endParaRPr lang="en-US" sz="1716" dirty="0"/>
          </a:p>
        </p:txBody>
      </p:sp>
      <p:sp>
        <p:nvSpPr>
          <p:cNvPr id="17" name="Text 15"/>
          <p:cNvSpPr/>
          <p:nvPr/>
        </p:nvSpPr>
        <p:spPr>
          <a:xfrm>
            <a:off x="1600200" y="3849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preposto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28853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exceções consomem o grosso do esforço da equipe.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904488"/>
            <a:ext cx="603504" cy="6035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044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716" dirty="0"/>
          </a:p>
        </p:txBody>
      </p:sp>
      <p:sp>
        <p:nvSpPr>
          <p:cNvPr id="22" name="Text 20"/>
          <p:cNvSpPr/>
          <p:nvPr/>
        </p:nvSpPr>
        <p:spPr>
          <a:xfrm>
            <a:off x="7223760" y="3849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Exceção, não regra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23760" y="428853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parte fecha no processo normal; o gap é onde dói.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0B2D5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Coaph: </a:t>
            </a:r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~R$ 240 mil/mês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prepostos + sobrepreço de cobertura + penalidades — tudo concentrado no gap.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camada de contingência que entra só quando falha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especialidade, CBO, credencial, no-show e conflito de agenda — acha rápido quem cobre.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240280"/>
            <a:ext cx="777240" cy="77724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4553712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no WhatsApp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Aborda, negocia e confirma a cobertura 24/7, com humano nas ações críticas.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240280"/>
            <a:ext cx="777240" cy="7772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210" dirty="0"/>
          </a:p>
        </p:txBody>
      </p:sp>
      <p:sp>
        <p:nvSpPr>
          <p:cNvPr id="17" name="Text 15"/>
          <p:cNvSpPr/>
          <p:nvPr/>
        </p:nvSpPr>
        <p:spPr>
          <a:xfrm>
            <a:off x="8284464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a cobertura e a margem com auditoria — sem conciliação manual.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 </a:t>
            </a:r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coberto em minutos, de um pool pronto, sem o sobrepreço da urgência.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ideia: já está construído e testado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construído e testado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API aprovados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77440" y="3538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validadas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970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42885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 domínio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94690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5038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piloto na Coaph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208483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6675120" y="19110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+ conflito de agenda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75120" y="2276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especialidade, CBO, credencial, no-show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843784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1455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3145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conversacional no WhatsApp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aborda, negocia e confirma a cobertura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90448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42062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6675120" y="4032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+ auditoria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75120" y="43982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 cobertura e da margem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965192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526694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5266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32" name="Text 30"/>
          <p:cNvSpPr/>
          <p:nvPr/>
        </p:nvSpPr>
        <p:spPr>
          <a:xfrm>
            <a:off x="6675120" y="5093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+ RBAC + white-label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75120" y="5458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multi-tenant no roadmap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NestJS · Next.js · PostgreSQL · IA Anthropic · Twilio/WhatsApp · Docker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Defensiva paga o piloto; ofensiva paga a rodada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DEFENSIVA · justifica o PILOTO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o custo do gap na Coaph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preposto + sobrepreço emergencial + penalidade evitada. Mensurável já.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R$ 300 mil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paga-se em ~2,6 meses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OFENSIVA · justifica a RODADA PLENA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65392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 contingência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392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camada para outras cooperativas e hospitais. SaaS de contingência — modesto e previsível.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5392" y="4297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R$ 1,5 mi DEPOIS</a:t>
            </a:r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após o piloto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Coaph assina como cliente (ganha já) + financia o piloto. A rodada grande fica para depois, com dados.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COAPH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economia do gap vem de três camadas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preposto no gap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R$ 38 mil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974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Sobrepreço emergencial evitado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R$ 53 mil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12B88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11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 evitada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 mil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325112" cy="2651760"/>
          </a:xfrm>
          <a:prstGeom prst="roundRect">
            <a:avLst>
              <a:gd name="adj" fmla="val 2759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bruta/mês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2377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R$ 134 mil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58952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(–) pago ao HealthMatch  R$ 19 mil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Líquida: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R$ 115 mil/mês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realista (gap ~600/mês). Como cliente, a Coaph é líquida-positiva todo mês — antes de qualquer investimento.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Sobrepreço e penalidade são as premissas de maior peso — o piloto existe para medi-las.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INCREMENTAL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Dinheiro na mesa: 1/3 das vagas fica ocioso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12.000 contratadas → 8.000 preenchidas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ociosas/mês (33%) por falta de profissionais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R$ 3,6 mi/mês</a:t>
            </a:r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 GMV na mesa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696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148840"/>
            <a:ext cx="566928" cy="56692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6949440" y="1984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incremental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0" y="236829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realista (25%) → ~R$ 36 mil/mês de margem para a Coaph.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200400"/>
            <a:ext cx="5696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566160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6949440" y="34015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 de contrato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49440" y="378561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maior valor: a sub-execução crônica ameaça a renovação — preencher protege a receita inteira.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617720"/>
            <a:ext cx="5696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6949440" y="48188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cooperativa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49440" y="520293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vagas preenchidas = mais trabalho e renda aos cooperados.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Margem fina (&lt;5%): o ganho próprio em R$ é modesto; o valor está na retenção de contrato e na renda dos cooperados.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se paga em poucos meses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R$ 300 mil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 meses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payback no cenário realista (≈4 meses no conservador) — só com a economia do gap na Coaph.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· R$ 300 mil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359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 meses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plena · R$ 1,5 mi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6850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meses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Floor: só prepostos · R$ 1,5 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50109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meses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da cooperativa &lt; 5% → receita desacoplada do GMV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17830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de prontidão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 fixa pelo acesso ao pool de contingência. Previsível, não depende da margem fina.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 mil</a:t>
            </a:r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/mês (Coaph)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199632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148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7434072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por gap (capado)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65392" y="30632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 taxa por cobertura, capada no teto da margem. Alinha receita ao valor entregue.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≈ R$ 24/plantão médico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Take-rate gordo sobre GMV não se aplica neste mercado. Receita HM vinda da Coaph ≈ R$ 18,8 mil/mês.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MEDIMOS SUCESSO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do piloto — economia do gap, não só uso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Sobrepreço de cobertura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5285232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Plantões descobertos / penalidades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85232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9015984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preposto no gap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15984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0448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1554480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cobertura do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→ minutos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90448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5285232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via WhatsApp/IA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85232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cobertura automática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0144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3904488"/>
            <a:ext cx="566928" cy="56692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612" dirty="0"/>
          </a:p>
        </p:txBody>
      </p:sp>
      <p:sp>
        <p:nvSpPr>
          <p:cNvPr id="32" name="Text 30"/>
          <p:cNvSpPr/>
          <p:nvPr/>
        </p:nvSpPr>
        <p:spPr>
          <a:xfrm>
            <a:off x="9015984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mensal realizada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015984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da rodada plena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antes do piloto · comitê mensal Coaph + HealthMatch acompanha o ROI e destrava a rodada plena.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RECOMENDAÇÃO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Piloto-first: barato, rápido, com dado no fim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AGORA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417320" y="24323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Assinar como cliente (ROI positivo já)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Financiar o piloto de R$ 300 mil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89534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417320" y="385876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baseline + economia do gap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608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08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417320" y="45720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mensal de ROI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 a rodada de R$ 1,5 mi até o piloto comprovar economia ≥ R$ 100 mil/mês.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honesto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com prepostos, a economia não pagaria R$ 1,5 mi rápido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(~40 meses). Por isso não se pede o cheque grande agora.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de R$ 300 mil se paga em meses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prova o custo real do gap (sobrepreço + penalidade).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caso: a Coaph fica com uma contingência mais barata — sem arriscar R$ 1,5 mi.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· ESCALA (OFENSIVA)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replicar: um SaaS de contingência previsível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R$ 226 mil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cliente (Coaph)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R$ 1,13 mi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cooperativas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84464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R$ 3,38 mi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clientes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e previsível — não um foguete de marketplace. A rodada de R$ 1,5 mi se dimensiona a este plano, após o piloto.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Receita/cliente ≈ realista da Coaph. Comps: Nomad, Trusted, Medely, ShiftMed, Patchwork validam a categoria.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piloto à economia comprovada — e à escala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 · Piloto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R$ 300 mil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9626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+ LGPD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675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Implantar contingência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economia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51023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mensal de ROI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B74D1"/>
          </a:solidFill>
          <a:ln/>
        </p:spPr>
      </p:sp>
      <p:sp>
        <p:nvSpPr>
          <p:cNvPr id="18" name="Text 16"/>
          <p:cNvSpPr/>
          <p:nvPr/>
        </p:nvSpPr>
        <p:spPr>
          <a:xfrm>
            <a:off x="4553712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 · Provar+abrir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3712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Coaph plena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2962656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≥ R$ 100 mil/mês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3675888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2ª cooperativa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389120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comprovado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0" y="5102352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rodada plena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0144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10144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B2D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 · Escala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84464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Ofensiva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02752" y="2962656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3" name="Text 31"/>
          <p:cNvSpPr/>
          <p:nvPr/>
        </p:nvSpPr>
        <p:spPr>
          <a:xfrm>
            <a:off x="8577072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cooperativas/hospitais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02752" y="3675888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5" name="Text 33"/>
          <p:cNvSpPr/>
          <p:nvPr/>
        </p:nvSpPr>
        <p:spPr>
          <a:xfrm>
            <a:off x="8577072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público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02752" y="4389120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7" name="Text 35"/>
          <p:cNvSpPr/>
          <p:nvPr/>
        </p:nvSpPr>
        <p:spPr>
          <a:xfrm>
            <a:off x="8577072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seed/plena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02752" y="5102352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9" name="Text 37"/>
          <p:cNvSpPr/>
          <p:nvPr/>
        </p:nvSpPr>
        <p:spPr>
          <a:xfrm>
            <a:off x="8577072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 real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486400" cy="54864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19456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o gap agora,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 contingência depois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Assine como cliente. Financie o piloto. Decida a rodada grande com dados.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Piloto R$ 300 mil   ·   Coaph · Fortaleza/CE   · 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HealthMatch — Pitch Coaph (piloto + pre-seed)</dc:title>
  <dc:subject>PptxGenJS Presentation</dc:subject>
  <dc:creator>HealthMatch</dc:creator>
  <cp:lastModifiedBy>HealthMatch</cp:lastModifiedBy>
  <cp:revision>1</cp:revision>
  <dcterms:created xsi:type="dcterms:W3CDTF">2026-06-27T00:02:30Z</dcterms:created>
  <dcterms:modified xsi:type="dcterms:W3CDTF">2026-06-27T00:02:30Z</dcterms:modified>
</cp:coreProperties>
</file>